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Noise Analysis: 5-Transistor OTA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Impact of Parasitic Capacitances (C1, C2)</a:t>
            </a:r>
          </a:p>
          <a:p>
            <a:r>
              <a:t>Presented by: Trần Hoàng Minh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Circuit Model &amp;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Circuit Model &amp; Assumptions</a:t>
            </a:r>
          </a:p>
          <a:p>
            <a:pPr lvl="1"/>
            <a:r>
              <a:t>  • Circuit: 5-T OTA (PMOS Input M3/M4, NMOS Mirror M1/M2)</a:t>
            </a:r>
          </a:p>
          <a:p>
            <a:pPr lvl="1"/>
            <a:r>
              <a:t>  • Key Parasitics:</a:t>
            </a:r>
          </a:p>
          <a:p>
            <a:pPr lvl="2"/>
            <a:r>
              <a:t>    - C1 (Mirror Node): Models Cgs + Cdb of M1/M2/M3</a:t>
            </a:r>
          </a:p>
          <a:p>
            <a:pPr lvl="2"/>
            <a:r>
              <a:t>    - C2 (Output Node): Load capacitance CL</a:t>
            </a:r>
          </a:p>
          <a:p>
            <a:pPr lvl="1"/>
            <a:r>
              <a:t>  • Assumptions:</a:t>
            </a:r>
          </a:p>
          <a:p>
            <a:pPr lvl="2"/>
            <a:r>
              <a:t>    - Symmetry: M1=M2, M3=M4</a:t>
            </a:r>
          </a:p>
          <a:p>
            <a:pPr lvl="2"/>
            <a:r>
              <a:t>    - Gain: gm·ro &gt;&gt; 1</a:t>
            </a:r>
          </a:p>
          <a:p>
            <a:pPr lvl="2"/>
            <a:r>
              <a:t>    - Noise: Channel thermal noise currents only</a:t>
            </a:r>
          </a:p>
          <a:p/>
          <a:p>
            <a:r>
              <a:t>[Insert your Circuit Diagram Here]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Transfer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Impedance &amp; Transfer Functions</a:t>
            </a:r>
          </a:p>
          <a:p>
            <a:r>
              <a:t>1. Output Impedance (Zout):</a:t>
            </a:r>
          </a:p>
          <a:p>
            <a:pPr lvl="1"/>
            <a:r>
              <a:t>   Creates the dominant pole.</a:t>
            </a:r>
          </a:p>
          <a:p>
            <a:pPr lvl="1"/>
            <a:r>
              <a:t>   Zout(s) = Rout / (1 + s·Rout·C2)</a:t>
            </a:r>
          </a:p>
          <a:p>
            <a:pPr lvl="1"/>
            <a:r>
              <a:t>   where Rout = ro2 || ro4</a:t>
            </a:r>
          </a:p>
          <a:p/>
          <a:p>
            <a:r>
              <a:t>2. Mirror Transfer Function (Hmir):</a:t>
            </a:r>
          </a:p>
          <a:p>
            <a:pPr lvl="1"/>
            <a:r>
              <a:t>   Transfer from M1 (Input) to M2 (Output). Acts as Low-Pass Filter.</a:t>
            </a:r>
          </a:p>
          <a:p>
            <a:pPr lvl="1"/>
            <a:r>
              <a:t>   Hmir(s) = i_d2 / i_in1 = 1 / (1 + s·(C1 / gm1))</a:t>
            </a:r>
          </a:p>
          <a:p>
            <a:pPr lvl="1"/>
            <a:r>
              <a:t>   Mirror Pole: ω_p1 = gm1 / C1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Diff Pair &amp; Mirror Noise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Noise Contribution: Pairs M1-M4</a:t>
            </a:r>
          </a:p>
          <a:p>
            <a:r>
              <a:t>• Direct Path (M2, M4):</a:t>
            </a:r>
          </a:p>
          <a:p>
            <a:pPr lvl="1"/>
            <a:r>
              <a:t>  - Noise appears directly at output.</a:t>
            </a:r>
          </a:p>
          <a:p>
            <a:pPr lvl="1"/>
            <a:r>
              <a:t>  - Transfer Gain = 1</a:t>
            </a:r>
          </a:p>
          <a:p/>
          <a:p>
            <a:r>
              <a:t>• Mirrored Path (M1, M3):</a:t>
            </a:r>
          </a:p>
          <a:p>
            <a:pPr lvl="1"/>
            <a:r>
              <a:t>  - Travels through current mirror (M1 -&gt; M2).</a:t>
            </a:r>
          </a:p>
          <a:p>
            <a:pPr lvl="1"/>
            <a:r>
              <a:t>  - Filtered by C1 at high frequencies.</a:t>
            </a:r>
          </a:p>
          <a:p>
            <a:pPr lvl="1"/>
            <a:r>
              <a:t>  - Gain = |Hmir(f)|</a:t>
            </a:r>
          </a:p>
          <a:p/>
          <a:p>
            <a:r>
              <a:t>• PSD Contribution:</a:t>
            </a:r>
          </a:p>
          <a:p>
            <a:pPr lvl="1"/>
            <a:r>
              <a:t>  i_out^2 = i_n2^2 + i_n4^2 + (i_n1^2 + i_n3^2) / [1 + (ω·τ1)^2]</a:t>
            </a:r>
          </a:p>
          <a:p>
            <a:pPr lvl="1"/>
            <a:r>
              <a:t>  (where τ1 = C1/gm1)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Tail Current Noise (M0)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Noise Contribution: Tail Source (M0)</a:t>
            </a:r>
          </a:p>
          <a:p>
            <a:r>
              <a:t>• Mechanism:</a:t>
            </a:r>
          </a:p>
          <a:p>
            <a:pPr lvl="1"/>
            <a:r>
              <a:t>  - Noise splits equally to differential branches.</a:t>
            </a:r>
          </a:p>
          <a:p>
            <a:pPr lvl="1"/>
            <a:r>
              <a:t>  - Path 1 (M4): Direct to output (+).</a:t>
            </a:r>
          </a:p>
          <a:p>
            <a:pPr lvl="1"/>
            <a:r>
              <a:t>  - Path 2 (M3): Mirrored and inverted (-).</a:t>
            </a:r>
          </a:p>
          <a:p/>
          <a:p>
            <a:r>
              <a:t>• Cancellation &amp; Leakage:</a:t>
            </a:r>
          </a:p>
          <a:p>
            <a:pPr lvl="1"/>
            <a:r>
              <a:t>  - Low Freq: Perfect cancellation (1 - 1 = 0).</a:t>
            </a:r>
          </a:p>
          <a:p>
            <a:pPr lvl="1"/>
            <a:r>
              <a:t>  - High Freq: Phase shift by C1 causes leakage.</a:t>
            </a:r>
          </a:p>
          <a:p/>
          <a:p>
            <a:r>
              <a:t>• PSD Contribution:</a:t>
            </a:r>
          </a:p>
          <a:p>
            <a:pPr lvl="1"/>
            <a:r>
              <a:t>  i_out_tail^2 = (i_n0^2 / 4) * (ω·τ1)^2 / [1 + (ω·τ1)^2]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Result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Output Voltage Noise &amp; Conclusion</a:t>
            </a:r>
          </a:p>
          <a:p>
            <a:r>
              <a:t>Total Output Noise PSD (Vo,n^2):</a:t>
            </a:r>
          </a:p>
          <a:p>
            <a:r>
              <a:t>Vo,n^2(f) = |Zout|^2 * ( i_direct^2 + i_mirrored^2 + i_tail^2 )</a:t>
            </a:r>
          </a:p>
          <a:p/>
          <a:p>
            <a:r>
              <a:t>Key Takeaways:</a:t>
            </a:r>
          </a:p>
          <a:p>
            <a:r>
              <a:t>1. Bandwidth: C2 sets the noise bandwidth.</a:t>
            </a:r>
          </a:p>
          <a:p>
            <a:r>
              <a:t>2. Filtering: C1 reduces noise from M1, M3 at high freq.</a:t>
            </a:r>
          </a:p>
          <a:p>
            <a:r>
              <a:t>3. Tail Noise: M0 noise is zero at DC but increases at high freq due to C1.</a:t>
            </a:r>
          </a:p>
          <a:p/>
          <a:p>
            <a:r>
              <a:t>Design Note: Minimize C1 to maintain high CMRR at high frequencies.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