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Problem 9.20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Transfer Function and Noise Analysis of First-Order Active Filters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(a): Transfer Function of Circuit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Circuit I is a standard inverting integrator with a parallel feedback resistor.</a:t>
            </a:r>
          </a:p>
          <a:p>
            <a:pPr lvl="1"/>
            <a:r>
              <a:t>Feedback resistor R_F = 7 kΩ, Input resistor R_in = 7 kΩ</a:t>
            </a:r>
          </a:p>
          <a:p>
            <a:pPr lvl="1"/>
            <a:r>
              <a:t>Feedback capacitor C_F = 80 nF</a:t>
            </a:r>
          </a:p>
          <a:p>
            <a:pPr lvl="1"/>
            <a:r>
              <a:t>The transfer function is given by:</a:t>
            </a:r>
          </a:p>
          <a:p>
            <a:pPr lvl="1"/>
            <a:r>
              <a:t>Vo / Vi = -1 / (1 + jω * R_F * C_F)</a:t>
            </a:r>
          </a:p>
          <a:p>
            <a:pPr lvl="1"/>
            <a:r>
              <a:t>Substituting the values:</a:t>
            </a:r>
          </a:p>
          <a:p>
            <a:pPr lvl="1"/>
            <a:r>
              <a:t>Vo / Vi = -1 / (1 + jω * (7k) * (80n))  --- (1)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(a): Transfer Function of Circuit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Circuit II is a two-stage circuit. Op-amp 2 is a non-inverting amplifier with a gain of 2.</a:t>
            </a:r>
          </a:p>
          <a:p>
            <a:pPr lvl="1"/>
            <a:r>
              <a:t>Let the output of op-amp 1 be Vx. Then Vo = 2 * Vx, or Vx = Vo / 2.</a:t>
            </a:r>
          </a:p>
          <a:p>
            <a:pPr lvl="1"/>
            <a:r>
              <a:t>Apply KCL at the inverting terminal of op-amp 1 (virtual ground):</a:t>
            </a:r>
          </a:p>
          <a:p>
            <a:pPr lvl="1"/>
            <a:r>
              <a:t>Current through input resistor + Current through feedback resistor + Current through capacitor = 0</a:t>
            </a:r>
          </a:p>
          <a:p>
            <a:pPr lvl="1"/>
            <a:r>
              <a:t>(Vi / 14k) + (Vo / 14k) + (Vx / (1 / (jω * C_F))) = 0</a:t>
            </a:r>
          </a:p>
          <a:p>
            <a:pPr lvl="1"/>
            <a:r>
              <a:t>Substitute Vx = Vo / 2 and C_F = 80nF:</a:t>
            </a:r>
          </a:p>
          <a:p>
            <a:pPr lvl="1"/>
            <a:r>
              <a:t>(Vi / 14k) + (Vo / 14k) + (Vo / 2) * (jω * 80n) =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(a):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Simplifying the KCL equation for Circuit II.</a:t>
            </a:r>
          </a:p>
          <a:p>
            <a:pPr lvl="1"/>
            <a:r>
              <a:t>Multiply the equation by 14k:</a:t>
            </a:r>
          </a:p>
          <a:p>
            <a:pPr lvl="1"/>
            <a:r>
              <a:t>Vi + Vo + Vo * (jω * 80n * 7k) = 0</a:t>
            </a:r>
          </a:p>
          <a:p>
            <a:pPr lvl="1"/>
            <a:r>
              <a:t>Vi + Vo * (1 + jω * (7k) * (80n)) = 0</a:t>
            </a:r>
          </a:p>
          <a:p>
            <a:pPr lvl="1"/>
            <a:r>
              <a:t>Rearranging for the transfer function:</a:t>
            </a:r>
          </a:p>
          <a:p>
            <a:pPr lvl="1"/>
            <a:r>
              <a:t>Vo / Vi = -1 / (1 + jω * (7k) * (80n))  --- (2)</a:t>
            </a:r>
          </a:p>
          <a:p>
            <a:pPr lvl="1"/>
            <a:r>
              <a:t>Comparing (1) and (2), both circuits have identical transfer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(b): Output Noise for Circuit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Calculating total output noise using dominant noise sources (resistors).</a:t>
            </a:r>
          </a:p>
          <a:p>
            <a:pPr lvl="1"/>
            <a:r>
              <a:t>Output noise spectral density at DC (from solution):</a:t>
            </a:r>
          </a:p>
          <a:p>
            <a:pPr lvl="1"/>
            <a:r>
              <a:t>V_no^2(0) = [I_n1^2 + I_nF^2] * R_F^2 = (15.2 nV/√Hz)^2</a:t>
            </a:r>
          </a:p>
          <a:p>
            <a:pPr lvl="1"/>
            <a:r>
              <a:t>Total RMS output noise for a single-pole low-pass filter:</a:t>
            </a:r>
          </a:p>
          <a:p>
            <a:pPr lvl="1"/>
            <a:r>
              <a:t>V_no(rms)^2 = V_no^2(0) * [1 / (4 * R_F * C_F)]</a:t>
            </a:r>
          </a:p>
          <a:p>
            <a:pPr lvl="1"/>
            <a:r>
              <a:t>Calculating the RMS value:</a:t>
            </a:r>
          </a:p>
          <a:p>
            <a:pPr lvl="1"/>
            <a:r>
              <a:t>V_no(rms) = V_no(0) / sqrt(4 * R_F * C_F)</a:t>
            </a:r>
          </a:p>
          <a:p>
            <a:pPr lvl="1"/>
            <a:r>
              <a:t>From solution: V_no(rms) = 0.32 μV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(c): Output Noise for Circuit II (Resistors)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Calculating noise from the 14 kΩ resistors (R1 and R2).</a:t>
            </a:r>
          </a:p>
          <a:p>
            <a:pPr lvl="1"/>
            <a:r>
              <a:t>Output noise spectral density at DC is higher due to larger resistors:</a:t>
            </a:r>
          </a:p>
          <a:p>
            <a:pPr lvl="1"/>
            <a:r>
              <a:t>V_no1^2(0) = [I_n1^2 + I_nF^2] * R_F^2 = (21.5 nV/√Hz)^2</a:t>
            </a:r>
          </a:p>
          <a:p>
            <a:pPr lvl="1"/>
            <a:r>
              <a:t>The effective noise bandwidth is determined by R_eff = R_F / 2 = 7k.</a:t>
            </a:r>
          </a:p>
          <a:p>
            <a:pPr lvl="1"/>
            <a:r>
              <a:t>Total RMS output noise:</a:t>
            </a:r>
          </a:p>
          <a:p>
            <a:pPr lvl="1"/>
            <a:r>
              <a:t>V_no1(rms)^2 = V_no1^2(0) * [1 / (4 * (R_F/2) * C_F)]</a:t>
            </a:r>
          </a:p>
          <a:p>
            <a:pPr lvl="1"/>
            <a:r>
              <a:t>From solution: V_no1(rms) = 0.45 μV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(c): Noise Current at Op-amp 2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Analyzing the effect of a noise current source (I_i2) at the negative terminal of op-amp 2.</a:t>
            </a:r>
          </a:p>
          <a:p>
            <a:pPr lvl="1"/>
            <a:r>
              <a:t>The transfer function from I_i2 to Vo is derived as:</a:t>
            </a:r>
          </a:p>
          <a:p>
            <a:pPr lvl="1"/>
            <a:r>
              <a:t>Vo / I_i2 = -R_2 / (1 + 1 / (jω * C_F * R_F / 2))</a:t>
            </a:r>
          </a:p>
          <a:p>
            <a:pPr lvl="1"/>
            <a:r>
              <a:t>Vo / I_i2 = (-jω * R_2 * R_F * C_F / 2) / (1 + jω * C_F * R_F / 2)</a:t>
            </a:r>
          </a:p>
          <a:p>
            <a:pPr lvl="1"/>
            <a:r>
              <a:t>This is a high-pass filter transfer function.</a:t>
            </a:r>
          </a:p>
          <a:p>
            <a:pPr lvl="1"/>
            <a:r>
              <a:t>Conclusion: For ideal white noise, the total output noise due to current noise at this terminal is infinite (∞), as high frequencies are not attenuated.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